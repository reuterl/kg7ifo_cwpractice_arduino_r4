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31" autoAdjust="0"/>
  </p:normalViewPr>
  <p:slideViewPr>
    <p:cSldViewPr snapToGrid="0">
      <p:cViewPr>
        <p:scale>
          <a:sx n="292" d="100"/>
          <a:sy n="292" d="100"/>
        </p:scale>
        <p:origin x="-11117" y="-419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0D5-0DE3-62C0-210F-66355117B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9E307-A55F-BF1E-9DDF-9450949DA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F5F01-A585-90D7-18F3-3B621D81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F0176-D4A1-FC1E-E2CB-2943D01E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789FF-8314-3ECE-2E50-79506A77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3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56C9-D7CD-7892-482C-97FA1548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F4F01-0998-8D74-732F-7CE120C43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459F-8F6C-7BE8-C2CE-B5C4CB23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EB519-D717-91FB-F8FB-524B0181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E56E-39EC-E639-51FC-B3169F1C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1734-C390-E0A9-E2FA-6EC1F995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DB0FC-B08B-3229-8D93-B4355C1C9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08371-A508-1C65-E010-D281F2271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EC796-1B3E-727A-AABA-CFBA4D70E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D93F-87B6-4375-A433-40A2CD110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1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DC87-3C31-FF25-77DA-E20AF20E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1E950-D9FA-F9DE-817A-BC9A369BE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F4332-676A-78EF-84E5-090C446CA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08A8B-CAC4-5683-BCAF-FF7AF866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451B8-55AE-0891-63ED-47D307A4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6079C-DEA6-2AAB-EF16-C4273B96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1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DEFC-C858-BBED-EADD-A0B684BB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48704-CCA1-850F-F5DA-7931F0161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B9323-53C0-00E0-1257-C5647B801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79BB5-3DA1-E955-BF83-7C57CCC14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F54EC-8870-0130-1055-F2FBF140D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B9D3F-7BDA-C1E8-E8B7-7BC289A0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75FAC5-D6EB-F549-6CCC-95D6F4E4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0E3E7-7ED7-C88C-1D09-7593AB79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0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92AB-CBE9-B4E8-2B70-C2D98378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8F893-D611-5DF5-418A-B1B198E0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08CB7-FCF1-88C0-E607-F0C4744B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16A42-5CE2-D51C-6C4E-13EAAAD1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0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9D8C6-C17F-9C62-14C0-3603BE89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D3EAD-DBF0-7F6D-552B-B74B95F1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F675C-A5DD-4D0C-A015-42FCDB3D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62CD-41EA-575A-DD50-55CA821B0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4220D-9542-9B50-3378-D61389916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10B71-1E6C-F0B2-ED4D-10AC847CB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DC0F1-7C1F-52AB-8727-D4368B47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84ABB-256E-8894-A8B9-71C2F187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0AA94-BE4A-7116-1BBB-BD8AA726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4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4B1-235C-9785-DE79-D663561E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EA5A5-0B38-1B5E-EDC9-2AD738B42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3A9BB-F0FD-5B57-DAFC-B4E3B2BBA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12CFC-5E6C-6507-1474-45297AC5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BEC12-E00A-DE66-8BBE-B5B99B05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CDD63-1088-5C1B-771A-9B4E7D4A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5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077E-667F-8CC0-548C-B34F03AE0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06431-738B-F897-2003-CB5B5F3D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36B1-463D-0D35-8BC8-A6C8ED3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6B07E-B064-A511-1ED7-BE54690F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90581-4C01-78CA-DC42-D07C00EB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393B0-A801-92AF-CA20-D069E89EC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8D498-0E71-E058-88E0-B60929D1B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38BD9-688C-CEF8-C237-3DEB507F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7AA25-414D-229F-7223-A7107911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C8C51-8443-F413-CF06-317F8942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6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09CB3-B655-42E3-A068-8FD1018D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7436D-6D34-44F8-17BA-1891C6C9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4BC31-B543-5103-A3B1-77E36357A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F883D-32AB-4847-8CB3-654CE255AAE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74278-BB6E-9D6B-8D60-212507637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ED840-CF0F-DB1D-FEFC-ACA17E96A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7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8DAD-2A3D-6A46-4BFC-586063AA1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0503" y="367064"/>
            <a:ext cx="5096990" cy="388571"/>
          </a:xfrm>
        </p:spPr>
        <p:txBody>
          <a:bodyPr>
            <a:noAutofit/>
          </a:bodyPr>
          <a:lstStyle/>
          <a:p>
            <a:r>
              <a:rPr lang="en-US" sz="2400" b="1" dirty="0"/>
              <a:t>KG7IFO Practice Trainer/Fist Analyzer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3AC9B-7AE4-4D5E-4851-5A7EF89E4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16999" y="105664"/>
            <a:ext cx="731499" cy="522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Free Key Picture, Download Free Key Picture png images, Free ClipArts on Clipart Library">
            <a:extLst>
              <a:ext uri="{FF2B5EF4-FFF2-40B4-BE49-F238E27FC236}">
                <a16:creationId xmlns:a16="http://schemas.microsoft.com/office/drawing/2014/main" id="{22A52159-C503-F724-E356-4B6D3D425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18998" y="4358742"/>
            <a:ext cx="263009" cy="73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D2A9E7-560D-C202-4562-47E0C02C07B8}"/>
              </a:ext>
            </a:extLst>
          </p:cNvPr>
          <p:cNvSpPr/>
          <p:nvPr/>
        </p:nvSpPr>
        <p:spPr>
          <a:xfrm>
            <a:off x="5143812" y="2860945"/>
            <a:ext cx="1430867" cy="22690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Arduino Uno R4 </a:t>
            </a:r>
            <a:r>
              <a:rPr lang="en-US" dirty="0" err="1"/>
              <a:t>WiFi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DB5E9B-F6DF-A72A-9EE9-1DA7A26743A8}"/>
              </a:ext>
            </a:extLst>
          </p:cNvPr>
          <p:cNvSpPr/>
          <p:nvPr/>
        </p:nvSpPr>
        <p:spPr>
          <a:xfrm>
            <a:off x="2800885" y="3052205"/>
            <a:ext cx="1036468" cy="7916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FTDI FT232RL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0D9FBE-E427-6232-7FBF-C88647B6AB7F}"/>
              </a:ext>
            </a:extLst>
          </p:cNvPr>
          <p:cNvSpPr/>
          <p:nvPr/>
        </p:nvSpPr>
        <p:spPr>
          <a:xfrm>
            <a:off x="711201" y="2150533"/>
            <a:ext cx="1092200" cy="320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Windows PC or Linux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2FEA55-6882-97FB-C50F-D0E0116AF48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830959" y="3442148"/>
            <a:ext cx="969926" cy="588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67EF2B8-2FCF-BD4F-A037-02D2969AF5A8}"/>
              </a:ext>
            </a:extLst>
          </p:cNvPr>
          <p:cNvSpPr txBox="1"/>
          <p:nvPr/>
        </p:nvSpPr>
        <p:spPr>
          <a:xfrm>
            <a:off x="1805586" y="3147094"/>
            <a:ext cx="101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MiniUSB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CE0061-B010-9C50-F291-7C71A74F7511}"/>
              </a:ext>
            </a:extLst>
          </p:cNvPr>
          <p:cNvCxnSpPr>
            <a:cxnSpLocks/>
          </p:cNvCxnSpPr>
          <p:nvPr/>
        </p:nvCxnSpPr>
        <p:spPr>
          <a:xfrm>
            <a:off x="3809795" y="3147094"/>
            <a:ext cx="1334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B5857B-50B7-1090-4CB3-1B7BD95A82B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837353" y="3442148"/>
            <a:ext cx="1306459" cy="5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B7A474-D1CE-FA2D-C0BA-3744A8CAF042}"/>
              </a:ext>
            </a:extLst>
          </p:cNvPr>
          <p:cNvCxnSpPr>
            <a:cxnSpLocks/>
          </p:cNvCxnSpPr>
          <p:nvPr/>
        </p:nvCxnSpPr>
        <p:spPr>
          <a:xfrm>
            <a:off x="3837353" y="3725333"/>
            <a:ext cx="13064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4201B16-FA09-5567-B4C0-69FD0BE78D6C}"/>
              </a:ext>
            </a:extLst>
          </p:cNvPr>
          <p:cNvSpPr txBox="1"/>
          <p:nvPr/>
        </p:nvSpPr>
        <p:spPr>
          <a:xfrm>
            <a:off x="3795253" y="2941866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446BC6-8269-6FC6-A55F-FF50BABCC2FC}"/>
              </a:ext>
            </a:extLst>
          </p:cNvPr>
          <p:cNvSpPr txBox="1"/>
          <p:nvPr/>
        </p:nvSpPr>
        <p:spPr>
          <a:xfrm>
            <a:off x="3795253" y="3260575"/>
            <a:ext cx="3566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5DE619-6570-A9D4-91EA-3E20B3F01036}"/>
              </a:ext>
            </a:extLst>
          </p:cNvPr>
          <p:cNvSpPr txBox="1"/>
          <p:nvPr/>
        </p:nvSpPr>
        <p:spPr>
          <a:xfrm>
            <a:off x="3777111" y="3557971"/>
            <a:ext cx="403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8DB02B-2C3B-4C08-08D4-CCB0CAFDA475}"/>
              </a:ext>
            </a:extLst>
          </p:cNvPr>
          <p:cNvSpPr txBox="1"/>
          <p:nvPr/>
        </p:nvSpPr>
        <p:spPr>
          <a:xfrm>
            <a:off x="4713999" y="2971456"/>
            <a:ext cx="480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GPIO3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FCC520-6651-531C-02DA-75084AAE3A93}"/>
              </a:ext>
            </a:extLst>
          </p:cNvPr>
          <p:cNvSpPr txBox="1"/>
          <p:nvPr/>
        </p:nvSpPr>
        <p:spPr>
          <a:xfrm>
            <a:off x="5324475" y="5226111"/>
            <a:ext cx="477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2C3F8F-6DAA-7C7C-2AF7-731383A59366}"/>
              </a:ext>
            </a:extLst>
          </p:cNvPr>
          <p:cNvSpPr txBox="1"/>
          <p:nvPr/>
        </p:nvSpPr>
        <p:spPr>
          <a:xfrm>
            <a:off x="4732075" y="3236450"/>
            <a:ext cx="467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GPIO2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DED7A99-358A-D5A0-C19A-AA0C61540C85}"/>
              </a:ext>
            </a:extLst>
          </p:cNvPr>
          <p:cNvCxnSpPr>
            <a:stCxn id="1026" idx="1"/>
          </p:cNvCxnSpPr>
          <p:nvPr/>
        </p:nvCxnSpPr>
        <p:spPr>
          <a:xfrm rot="5400000" flipH="1" flipV="1">
            <a:off x="3916317" y="3369118"/>
            <a:ext cx="261680" cy="21933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4E0B401-3CB8-3EDA-F683-111C5F9FD7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11962" y="3761638"/>
            <a:ext cx="270390" cy="21933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C88964-7B25-BB85-D42F-86F38BC013B2}"/>
              </a:ext>
            </a:extLst>
          </p:cNvPr>
          <p:cNvSpPr txBox="1"/>
          <p:nvPr/>
        </p:nvSpPr>
        <p:spPr>
          <a:xfrm>
            <a:off x="4794007" y="4778044"/>
            <a:ext cx="403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BB1E3-98D3-2F27-68A4-A5C61F9D2E15}"/>
              </a:ext>
            </a:extLst>
          </p:cNvPr>
          <p:cNvSpPr/>
          <p:nvPr/>
        </p:nvSpPr>
        <p:spPr>
          <a:xfrm>
            <a:off x="8047493" y="3040429"/>
            <a:ext cx="1701005" cy="1388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C97150F-28A1-0555-870C-F26B77AD5541}"/>
              </a:ext>
            </a:extLst>
          </p:cNvPr>
          <p:cNvSpPr/>
          <p:nvPr/>
        </p:nvSpPr>
        <p:spPr>
          <a:xfrm rot="5400000">
            <a:off x="9024319" y="3587013"/>
            <a:ext cx="368758" cy="32744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3F1B32-2FD9-FAC6-A917-19AF01B7A192}"/>
              </a:ext>
            </a:extLst>
          </p:cNvPr>
          <p:cNvSpPr/>
          <p:nvPr/>
        </p:nvSpPr>
        <p:spPr>
          <a:xfrm>
            <a:off x="10928732" y="3093761"/>
            <a:ext cx="825117" cy="12816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Speaker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29166E-A052-AF5A-FE55-A92AC28F1C9D}"/>
              </a:ext>
            </a:extLst>
          </p:cNvPr>
          <p:cNvCxnSpPr/>
          <p:nvPr/>
        </p:nvCxnSpPr>
        <p:spPr>
          <a:xfrm flipV="1">
            <a:off x="9016999" y="3458392"/>
            <a:ext cx="355420" cy="518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7AB6DE-7D8F-BC9C-F404-0588AD99F4C4}"/>
              </a:ext>
            </a:extLst>
          </p:cNvPr>
          <p:cNvCxnSpPr>
            <a:cxnSpLocks/>
          </p:cNvCxnSpPr>
          <p:nvPr/>
        </p:nvCxnSpPr>
        <p:spPr>
          <a:xfrm flipV="1">
            <a:off x="9044977" y="3479037"/>
            <a:ext cx="225932" cy="597663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0A9DA9-6568-981A-A5F3-D67B20B6E6D2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9748498" y="3734605"/>
            <a:ext cx="1180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D0D7E9-DE21-DD0B-618C-20E904523D2D}"/>
              </a:ext>
            </a:extLst>
          </p:cNvPr>
          <p:cNvCxnSpPr>
            <a:cxnSpLocks/>
          </p:cNvCxnSpPr>
          <p:nvPr/>
        </p:nvCxnSpPr>
        <p:spPr>
          <a:xfrm>
            <a:off x="9748498" y="4076700"/>
            <a:ext cx="1180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8E63093-21F0-21BB-D77B-1D12EB74CBC5}"/>
              </a:ext>
            </a:extLst>
          </p:cNvPr>
          <p:cNvSpPr txBox="1"/>
          <p:nvPr/>
        </p:nvSpPr>
        <p:spPr>
          <a:xfrm>
            <a:off x="9808521" y="3500401"/>
            <a:ext cx="5778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B94E21-FC6E-6812-6DB4-C6D671B7C6B5}"/>
              </a:ext>
            </a:extLst>
          </p:cNvPr>
          <p:cNvSpPr txBox="1"/>
          <p:nvPr/>
        </p:nvSpPr>
        <p:spPr>
          <a:xfrm>
            <a:off x="9831735" y="3872296"/>
            <a:ext cx="5778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3B1BBD-6AAD-771D-4CA1-B76E6CCF6C6E}"/>
              </a:ext>
            </a:extLst>
          </p:cNvPr>
          <p:cNvSpPr txBox="1"/>
          <p:nvPr/>
        </p:nvSpPr>
        <p:spPr>
          <a:xfrm>
            <a:off x="9687643" y="3773415"/>
            <a:ext cx="4077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Out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921454-CBA2-BEB5-05FD-45C3DF2169EB}"/>
              </a:ext>
            </a:extLst>
          </p:cNvPr>
          <p:cNvSpPr txBox="1"/>
          <p:nvPr/>
        </p:nvSpPr>
        <p:spPr>
          <a:xfrm>
            <a:off x="8210918" y="4507624"/>
            <a:ext cx="1612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LM 386 3.3V – 12V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373D6739-1F5B-D716-1560-A58675BBDBE2}"/>
              </a:ext>
            </a:extLst>
          </p:cNvPr>
          <p:cNvCxnSpPr>
            <a:stCxn id="6" idx="0"/>
          </p:cNvCxnSpPr>
          <p:nvPr/>
        </p:nvCxnSpPr>
        <p:spPr>
          <a:xfrm rot="5400000" flipH="1" flipV="1">
            <a:off x="6699800" y="1645471"/>
            <a:ext cx="374920" cy="2056029"/>
          </a:xfrm>
          <a:prstGeom prst="bentConnector2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0FE0A8D-1822-6C98-DEA6-C0431E2B7447}"/>
              </a:ext>
            </a:extLst>
          </p:cNvPr>
          <p:cNvSpPr txBox="1"/>
          <p:nvPr/>
        </p:nvSpPr>
        <p:spPr>
          <a:xfrm>
            <a:off x="5391150" y="2565763"/>
            <a:ext cx="465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+5V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B8FEC0C-B3DA-8A75-504C-8DE35301DDF5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6575716" y="4413541"/>
            <a:ext cx="623088" cy="2056029"/>
          </a:xfrm>
          <a:prstGeom prst="bentConnector2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369">
            <a:extLst>
              <a:ext uri="{FF2B5EF4-FFF2-40B4-BE49-F238E27FC236}">
                <a16:creationId xmlns:a16="http://schemas.microsoft.com/office/drawing/2014/main" id="{E88D1584-095D-6EA5-B869-76BB9F80ACDA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7168777" y="4033578"/>
            <a:ext cx="228600" cy="152400"/>
            <a:chOff x="2209800" y="1219200"/>
            <a:chExt cx="762000" cy="3048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45673E6-5A4D-318B-91BC-A19A85EC7B3A}"/>
                </a:ext>
              </a:extLst>
            </p:cNvPr>
            <p:cNvCxnSpPr/>
            <p:nvPr/>
          </p:nvCxnSpPr>
          <p:spPr>
            <a:xfrm>
              <a:off x="2209798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EE4BE60-DB7D-288E-6EFC-1A13FC41EB51}"/>
                </a:ext>
              </a:extLst>
            </p:cNvPr>
            <p:cNvCxnSpPr/>
            <p:nvPr/>
          </p:nvCxnSpPr>
          <p:spPr>
            <a:xfrm rot="5400000" flipH="1" flipV="1">
              <a:off x="2263245" y="1255712"/>
              <a:ext cx="152400" cy="793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C7E771E-2E84-B99A-C168-914C52B54136}"/>
                </a:ext>
              </a:extLst>
            </p:cNvPr>
            <p:cNvCxnSpPr/>
            <p:nvPr/>
          </p:nvCxnSpPr>
          <p:spPr>
            <a:xfrm rot="16200000" flipH="1">
              <a:off x="2303462" y="1294872"/>
              <a:ext cx="304800" cy="153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521681B-F526-98B2-5DBB-1C88B1455D91}"/>
                </a:ext>
              </a:extLst>
            </p:cNvPr>
            <p:cNvCxnSpPr/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6E198A9-FBD1-30EE-395A-23085CC6F771}"/>
                </a:ext>
              </a:extLst>
            </p:cNvPr>
            <p:cNvCxnSpPr/>
            <p:nvPr/>
          </p:nvCxnSpPr>
          <p:spPr>
            <a:xfrm rot="16200000" flipH="1">
              <a:off x="2605087" y="1294870"/>
              <a:ext cx="304800" cy="1534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ADB69FC-9D2C-CFCF-C7DE-FC8B0B44AD35}"/>
                </a:ext>
              </a:extLst>
            </p:cNvPr>
            <p:cNvCxnSpPr/>
            <p:nvPr/>
          </p:nvCxnSpPr>
          <p:spPr>
            <a:xfrm rot="5400000" flipH="1" flipV="1">
              <a:off x="2797703" y="1408113"/>
              <a:ext cx="152400" cy="793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AD72087-42B9-2876-6E74-532810D50982}"/>
                </a:ext>
              </a:extLst>
            </p:cNvPr>
            <p:cNvCxnSpPr/>
            <p:nvPr/>
          </p:nvCxnSpPr>
          <p:spPr>
            <a:xfrm>
              <a:off x="2897715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369">
            <a:extLst>
              <a:ext uri="{FF2B5EF4-FFF2-40B4-BE49-F238E27FC236}">
                <a16:creationId xmlns:a16="http://schemas.microsoft.com/office/drawing/2014/main" id="{709D4663-6450-0980-7A4A-B9044EEF1926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7168777" y="3390112"/>
            <a:ext cx="228600" cy="152400"/>
            <a:chOff x="2209800" y="1219200"/>
            <a:chExt cx="762000" cy="30480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ECA3F76-5E18-4368-BD4B-438D56748E60}"/>
                </a:ext>
              </a:extLst>
            </p:cNvPr>
            <p:cNvCxnSpPr/>
            <p:nvPr/>
          </p:nvCxnSpPr>
          <p:spPr>
            <a:xfrm>
              <a:off x="2209798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0495F6C-13FF-5E90-F205-520BFB0B6A34}"/>
                </a:ext>
              </a:extLst>
            </p:cNvPr>
            <p:cNvCxnSpPr/>
            <p:nvPr/>
          </p:nvCxnSpPr>
          <p:spPr>
            <a:xfrm rot="5400000" flipH="1" flipV="1">
              <a:off x="2263245" y="1255712"/>
              <a:ext cx="152400" cy="793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1A1CCDB-B316-641A-D553-8869203F91E9}"/>
                </a:ext>
              </a:extLst>
            </p:cNvPr>
            <p:cNvCxnSpPr/>
            <p:nvPr/>
          </p:nvCxnSpPr>
          <p:spPr>
            <a:xfrm rot="16200000" flipH="1">
              <a:off x="2303462" y="1294872"/>
              <a:ext cx="304800" cy="153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280C430-EB9C-03B4-2A3C-B9260B3DA088}"/>
                </a:ext>
              </a:extLst>
            </p:cNvPr>
            <p:cNvCxnSpPr/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BA1FECC-227C-CB4F-D949-4A9E9CED920A}"/>
                </a:ext>
              </a:extLst>
            </p:cNvPr>
            <p:cNvCxnSpPr/>
            <p:nvPr/>
          </p:nvCxnSpPr>
          <p:spPr>
            <a:xfrm rot="16200000" flipH="1">
              <a:off x="2605087" y="1294870"/>
              <a:ext cx="304800" cy="1534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F7226DB-5A26-F713-722B-4C30E5DAE8E9}"/>
                </a:ext>
              </a:extLst>
            </p:cNvPr>
            <p:cNvCxnSpPr/>
            <p:nvPr/>
          </p:nvCxnSpPr>
          <p:spPr>
            <a:xfrm rot="5400000" flipH="1" flipV="1">
              <a:off x="2797703" y="1408113"/>
              <a:ext cx="152400" cy="793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ECC40D7-2257-820A-9543-6C0A81AB3959}"/>
                </a:ext>
              </a:extLst>
            </p:cNvPr>
            <p:cNvCxnSpPr/>
            <p:nvPr/>
          </p:nvCxnSpPr>
          <p:spPr>
            <a:xfrm>
              <a:off x="2897715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C50A850-3360-9C45-8E14-CF5F3FB356C3}"/>
              </a:ext>
            </a:extLst>
          </p:cNvPr>
          <p:cNvCxnSpPr>
            <a:cxnSpLocks/>
          </p:cNvCxnSpPr>
          <p:nvPr/>
        </p:nvCxnSpPr>
        <p:spPr>
          <a:xfrm>
            <a:off x="7283076" y="3569500"/>
            <a:ext cx="0" cy="427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550664B-EED4-EE5C-BD5B-C6C34487CD5A}"/>
              </a:ext>
            </a:extLst>
          </p:cNvPr>
          <p:cNvSpPr txBox="1"/>
          <p:nvPr/>
        </p:nvSpPr>
        <p:spPr>
          <a:xfrm>
            <a:off x="7752363" y="3547385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 +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CA5FF6DB-3E8E-5DDB-3B32-220EB368E66D}"/>
              </a:ext>
            </a:extLst>
          </p:cNvPr>
          <p:cNvSpPr txBox="1"/>
          <p:nvPr/>
        </p:nvSpPr>
        <p:spPr>
          <a:xfrm>
            <a:off x="7697949" y="3039372"/>
            <a:ext cx="450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12V +</a:t>
            </a: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D4FDFFCF-D88F-15A1-A830-5DE9F2572D8A}"/>
              </a:ext>
            </a:extLst>
          </p:cNvPr>
          <p:cNvCxnSpPr>
            <a:cxnSpLocks/>
          </p:cNvCxnSpPr>
          <p:nvPr/>
        </p:nvCxnSpPr>
        <p:spPr>
          <a:xfrm>
            <a:off x="7602582" y="4012941"/>
            <a:ext cx="4433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5569180B-814C-962D-0728-2641D8F2BB97}"/>
              </a:ext>
            </a:extLst>
          </p:cNvPr>
          <p:cNvCxnSpPr/>
          <p:nvPr/>
        </p:nvCxnSpPr>
        <p:spPr>
          <a:xfrm>
            <a:off x="7599356" y="4012941"/>
            <a:ext cx="0" cy="1740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E756D56C-21DC-2F5A-B577-73F61CD0FF43}"/>
              </a:ext>
            </a:extLst>
          </p:cNvPr>
          <p:cNvCxnSpPr/>
          <p:nvPr/>
        </p:nvCxnSpPr>
        <p:spPr>
          <a:xfrm>
            <a:off x="7283076" y="4212966"/>
            <a:ext cx="0" cy="1540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DECAA936-3E36-6975-2E58-FC9F8EFE8922}"/>
              </a:ext>
            </a:extLst>
          </p:cNvPr>
          <p:cNvCxnSpPr/>
          <p:nvPr/>
        </p:nvCxnSpPr>
        <p:spPr>
          <a:xfrm flipV="1">
            <a:off x="7283076" y="3147094"/>
            <a:ext cx="0" cy="204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59BC6A6C-C8C1-0126-E5BF-D00602187B75}"/>
              </a:ext>
            </a:extLst>
          </p:cNvPr>
          <p:cNvCxnSpPr/>
          <p:nvPr/>
        </p:nvCxnSpPr>
        <p:spPr>
          <a:xfrm flipH="1">
            <a:off x="6574679" y="3147094"/>
            <a:ext cx="70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TextBox 1059">
            <a:extLst>
              <a:ext uri="{FF2B5EF4-FFF2-40B4-BE49-F238E27FC236}">
                <a16:creationId xmlns:a16="http://schemas.microsoft.com/office/drawing/2014/main" id="{394F9E74-5FF3-3772-EB74-12EC09A45DA2}"/>
              </a:ext>
            </a:extLst>
          </p:cNvPr>
          <p:cNvSpPr txBox="1"/>
          <p:nvPr/>
        </p:nvSpPr>
        <p:spPr>
          <a:xfrm>
            <a:off x="7295887" y="3364131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10K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5FE807BB-70B3-B322-5604-A9D79F7AE705}"/>
              </a:ext>
            </a:extLst>
          </p:cNvPr>
          <p:cNvSpPr txBox="1"/>
          <p:nvPr/>
        </p:nvSpPr>
        <p:spPr>
          <a:xfrm>
            <a:off x="7286302" y="3983162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1K</a:t>
            </a:r>
          </a:p>
        </p:txBody>
      </p: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5C98C0FF-18A6-EC28-7691-8D634B4D989C}"/>
              </a:ext>
            </a:extLst>
          </p:cNvPr>
          <p:cNvCxnSpPr>
            <a:cxnSpLocks/>
          </p:cNvCxnSpPr>
          <p:nvPr/>
        </p:nvCxnSpPr>
        <p:spPr>
          <a:xfrm>
            <a:off x="7599356" y="2504001"/>
            <a:ext cx="0" cy="7455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6" name="Straight Connector 1065">
            <a:extLst>
              <a:ext uri="{FF2B5EF4-FFF2-40B4-BE49-F238E27FC236}">
                <a16:creationId xmlns:a16="http://schemas.microsoft.com/office/drawing/2014/main" id="{8F6C0AAB-160D-A930-CF42-646A8E6C2517}"/>
              </a:ext>
            </a:extLst>
          </p:cNvPr>
          <p:cNvCxnSpPr/>
          <p:nvPr/>
        </p:nvCxnSpPr>
        <p:spPr>
          <a:xfrm>
            <a:off x="7599356" y="3249553"/>
            <a:ext cx="4465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TextBox 1066">
            <a:extLst>
              <a:ext uri="{FF2B5EF4-FFF2-40B4-BE49-F238E27FC236}">
                <a16:creationId xmlns:a16="http://schemas.microsoft.com/office/drawing/2014/main" id="{5F7E3D44-94B4-4780-3DC3-F9371EFEFE5B}"/>
              </a:ext>
            </a:extLst>
          </p:cNvPr>
          <p:cNvSpPr txBox="1"/>
          <p:nvPr/>
        </p:nvSpPr>
        <p:spPr>
          <a:xfrm>
            <a:off x="7489741" y="3718986"/>
            <a:ext cx="450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10uF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F40303DF-059F-84AD-EBDD-E7F4C7F4E854}"/>
              </a:ext>
            </a:extLst>
          </p:cNvPr>
          <p:cNvSpPr txBox="1"/>
          <p:nvPr/>
        </p:nvSpPr>
        <p:spPr>
          <a:xfrm>
            <a:off x="7691473" y="4122861"/>
            <a:ext cx="450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12V -</a:t>
            </a:r>
          </a:p>
        </p:txBody>
      </p: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AE5193BB-BCA1-26F7-7753-EAE40C57447A}"/>
              </a:ext>
            </a:extLst>
          </p:cNvPr>
          <p:cNvCxnSpPr>
            <a:cxnSpLocks/>
          </p:cNvCxnSpPr>
          <p:nvPr/>
        </p:nvCxnSpPr>
        <p:spPr>
          <a:xfrm flipH="1">
            <a:off x="7752363" y="4330283"/>
            <a:ext cx="307546" cy="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436DF4BD-727D-E05B-52F2-7D0BDD0D1F2D}"/>
              </a:ext>
            </a:extLst>
          </p:cNvPr>
          <p:cNvCxnSpPr/>
          <p:nvPr/>
        </p:nvCxnSpPr>
        <p:spPr>
          <a:xfrm>
            <a:off x="7752363" y="4334933"/>
            <a:ext cx="0" cy="1418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BBF81188-0974-F9CB-AE63-CFAE2E7FB830}"/>
              </a:ext>
            </a:extLst>
          </p:cNvPr>
          <p:cNvCxnSpPr/>
          <p:nvPr/>
        </p:nvCxnSpPr>
        <p:spPr>
          <a:xfrm>
            <a:off x="5856540" y="2150533"/>
            <a:ext cx="915735" cy="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TextBox 1076">
            <a:extLst>
              <a:ext uri="{FF2B5EF4-FFF2-40B4-BE49-F238E27FC236}">
                <a16:creationId xmlns:a16="http://schemas.microsoft.com/office/drawing/2014/main" id="{8AB466F6-E8DE-A44C-8879-399F4D12CAA0}"/>
              </a:ext>
            </a:extLst>
          </p:cNvPr>
          <p:cNvSpPr txBox="1"/>
          <p:nvPr/>
        </p:nvSpPr>
        <p:spPr>
          <a:xfrm>
            <a:off x="5491528" y="1930041"/>
            <a:ext cx="477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GND</a:t>
            </a:r>
          </a:p>
        </p:txBody>
      </p:sp>
      <p:grpSp>
        <p:nvGrpSpPr>
          <p:cNvPr id="1078" name="Group 421">
            <a:extLst>
              <a:ext uri="{FF2B5EF4-FFF2-40B4-BE49-F238E27FC236}">
                <a16:creationId xmlns:a16="http://schemas.microsoft.com/office/drawing/2014/main" id="{7C836562-1987-2243-8A9C-71BA5B5848AF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6467476" y="2209311"/>
            <a:ext cx="304800" cy="152400"/>
            <a:chOff x="3962400" y="1219994"/>
            <a:chExt cx="533400" cy="304800"/>
          </a:xfrm>
        </p:grpSpPr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E3209998-0398-4661-EB60-BB5EFDD1CF22}"/>
                </a:ext>
              </a:extLst>
            </p:cNvPr>
            <p:cNvCxnSpPr/>
            <p:nvPr/>
          </p:nvCxnSpPr>
          <p:spPr>
            <a:xfrm>
              <a:off x="3962400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32A246D1-D2C6-91F3-CED4-796B09A2B7C5}"/>
                </a:ext>
              </a:extLst>
            </p:cNvPr>
            <p:cNvCxnSpPr/>
            <p:nvPr/>
          </p:nvCxnSpPr>
          <p:spPr>
            <a:xfrm rot="5400000" flipH="1" flipV="1">
              <a:off x="4039196" y="1371005"/>
              <a:ext cx="304800" cy="27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F8FE0174-D5E6-98CC-F112-6D479A3E66BB}"/>
                </a:ext>
              </a:extLst>
            </p:cNvPr>
            <p:cNvCxnSpPr/>
            <p:nvPr/>
          </p:nvCxnSpPr>
          <p:spPr>
            <a:xfrm rot="5400000" flipH="1" flipV="1">
              <a:off x="4114206" y="1371004"/>
              <a:ext cx="304800" cy="27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35EA09A9-6FCC-B1A4-9C75-DE740860CCF1}"/>
                </a:ext>
              </a:extLst>
            </p:cNvPr>
            <p:cNvCxnSpPr/>
            <p:nvPr/>
          </p:nvCxnSpPr>
          <p:spPr>
            <a:xfrm>
              <a:off x="4267994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3" name="Group 421">
            <a:extLst>
              <a:ext uri="{FF2B5EF4-FFF2-40B4-BE49-F238E27FC236}">
                <a16:creationId xmlns:a16="http://schemas.microsoft.com/office/drawing/2014/main" id="{618B6DF7-C6F6-F5F2-4B5D-720F370665DE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5875011" y="2209311"/>
            <a:ext cx="304800" cy="152400"/>
            <a:chOff x="3962400" y="1219994"/>
            <a:chExt cx="533400" cy="304800"/>
          </a:xfrm>
        </p:grpSpPr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472CC11F-7413-3405-1C34-BC8ECA11F755}"/>
                </a:ext>
              </a:extLst>
            </p:cNvPr>
            <p:cNvCxnSpPr/>
            <p:nvPr/>
          </p:nvCxnSpPr>
          <p:spPr>
            <a:xfrm>
              <a:off x="3962400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82FEFA5D-22FF-015F-EA8F-32CDE451AB0B}"/>
                </a:ext>
              </a:extLst>
            </p:cNvPr>
            <p:cNvCxnSpPr/>
            <p:nvPr/>
          </p:nvCxnSpPr>
          <p:spPr>
            <a:xfrm rot="5400000" flipH="1" flipV="1">
              <a:off x="4039196" y="1371005"/>
              <a:ext cx="304800" cy="27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97431450-DC47-8F60-11F6-8054E1BC3EA9}"/>
                </a:ext>
              </a:extLst>
            </p:cNvPr>
            <p:cNvCxnSpPr/>
            <p:nvPr/>
          </p:nvCxnSpPr>
          <p:spPr>
            <a:xfrm rot="5400000" flipH="1" flipV="1">
              <a:off x="4114206" y="1371004"/>
              <a:ext cx="304800" cy="27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24D2F56B-334F-57C5-313A-481924DD9C12}"/>
                </a:ext>
              </a:extLst>
            </p:cNvPr>
            <p:cNvCxnSpPr/>
            <p:nvPr/>
          </p:nvCxnSpPr>
          <p:spPr>
            <a:xfrm>
              <a:off x="4267994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8" name="TextBox 1087">
            <a:extLst>
              <a:ext uri="{FF2B5EF4-FFF2-40B4-BE49-F238E27FC236}">
                <a16:creationId xmlns:a16="http://schemas.microsoft.com/office/drawing/2014/main" id="{59067161-578D-E927-9800-32F3C87912E2}"/>
              </a:ext>
            </a:extLst>
          </p:cNvPr>
          <p:cNvSpPr txBox="1"/>
          <p:nvPr/>
        </p:nvSpPr>
        <p:spPr>
          <a:xfrm>
            <a:off x="5473807" y="2179477"/>
            <a:ext cx="535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0.22uF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3E4CBEE0-7A8F-9183-F5E6-63A0F4E24472}"/>
              </a:ext>
            </a:extLst>
          </p:cNvPr>
          <p:cNvSpPr txBox="1"/>
          <p:nvPr/>
        </p:nvSpPr>
        <p:spPr>
          <a:xfrm>
            <a:off x="6728171" y="2181665"/>
            <a:ext cx="535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0.1uF</a:t>
            </a: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FB926269-B865-A357-CB1B-F9A9EDAAAAD7}"/>
              </a:ext>
            </a:extLst>
          </p:cNvPr>
          <p:cNvCxnSpPr>
            <a:stCxn id="1030" idx="2"/>
            <a:endCxn id="5" idx="3"/>
          </p:cNvCxnSpPr>
          <p:nvPr/>
        </p:nvCxnSpPr>
        <p:spPr>
          <a:xfrm flipV="1">
            <a:off x="7931134" y="3750734"/>
            <a:ext cx="1113844" cy="120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3" name="Group 421">
            <a:extLst>
              <a:ext uri="{FF2B5EF4-FFF2-40B4-BE49-F238E27FC236}">
                <a16:creationId xmlns:a16="http://schemas.microsoft.com/office/drawing/2014/main" id="{B44E9E44-FEF3-9009-31E1-608BD79C7A77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7395009" y="3682919"/>
            <a:ext cx="304800" cy="152400"/>
            <a:chOff x="3962400" y="1219994"/>
            <a:chExt cx="533400" cy="304800"/>
          </a:xfrm>
        </p:grpSpPr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4F65FFEE-2A75-78EA-A055-FA1A55F81EF3}"/>
                </a:ext>
              </a:extLst>
            </p:cNvPr>
            <p:cNvCxnSpPr/>
            <p:nvPr/>
          </p:nvCxnSpPr>
          <p:spPr>
            <a:xfrm>
              <a:off x="3962400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56EA4713-C169-9714-B74A-1C1615CEB32F}"/>
                </a:ext>
              </a:extLst>
            </p:cNvPr>
            <p:cNvCxnSpPr/>
            <p:nvPr/>
          </p:nvCxnSpPr>
          <p:spPr>
            <a:xfrm rot="5400000" flipH="1" flipV="1">
              <a:off x="4039196" y="1371005"/>
              <a:ext cx="304800" cy="27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3836B3A9-292B-00AD-B3A7-7CF517F3177E}"/>
                </a:ext>
              </a:extLst>
            </p:cNvPr>
            <p:cNvCxnSpPr/>
            <p:nvPr/>
          </p:nvCxnSpPr>
          <p:spPr>
            <a:xfrm rot="5400000" flipH="1" flipV="1">
              <a:off x="4114206" y="1371004"/>
              <a:ext cx="304800" cy="27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7259572F-C2EB-212E-3FB7-9B4061400533}"/>
                </a:ext>
              </a:extLst>
            </p:cNvPr>
            <p:cNvCxnSpPr/>
            <p:nvPr/>
          </p:nvCxnSpPr>
          <p:spPr>
            <a:xfrm>
              <a:off x="4267994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3" name="Straight Connector 1102">
            <a:extLst>
              <a:ext uri="{FF2B5EF4-FFF2-40B4-BE49-F238E27FC236}">
                <a16:creationId xmlns:a16="http://schemas.microsoft.com/office/drawing/2014/main" id="{8ABE25DB-1D8C-4E4D-3F3C-239B27532049}"/>
              </a:ext>
            </a:extLst>
          </p:cNvPr>
          <p:cNvCxnSpPr>
            <a:cxnSpLocks/>
            <a:endCxn id="1030" idx="2"/>
          </p:cNvCxnSpPr>
          <p:nvPr/>
        </p:nvCxnSpPr>
        <p:spPr>
          <a:xfrm>
            <a:off x="7614802" y="3762829"/>
            <a:ext cx="316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1110">
            <a:extLst>
              <a:ext uri="{FF2B5EF4-FFF2-40B4-BE49-F238E27FC236}">
                <a16:creationId xmlns:a16="http://schemas.microsoft.com/office/drawing/2014/main" id="{40E3889C-3388-C3EB-4997-6387133DA694}"/>
              </a:ext>
            </a:extLst>
          </p:cNvPr>
          <p:cNvCxnSpPr/>
          <p:nvPr/>
        </p:nvCxnSpPr>
        <p:spPr>
          <a:xfrm flipH="1">
            <a:off x="7283076" y="3760679"/>
            <a:ext cx="1145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5" name="TextBox 1114">
            <a:extLst>
              <a:ext uri="{FF2B5EF4-FFF2-40B4-BE49-F238E27FC236}">
                <a16:creationId xmlns:a16="http://schemas.microsoft.com/office/drawing/2014/main" id="{0424DC31-8783-78DA-C23E-55615BB71880}"/>
              </a:ext>
            </a:extLst>
          </p:cNvPr>
          <p:cNvSpPr txBox="1"/>
          <p:nvPr/>
        </p:nvSpPr>
        <p:spPr>
          <a:xfrm>
            <a:off x="4756470" y="3549812"/>
            <a:ext cx="403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GND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5BDCC9BF-C303-35D3-CFE6-D520AB81DC28}"/>
              </a:ext>
            </a:extLst>
          </p:cNvPr>
          <p:cNvSpPr txBox="1"/>
          <p:nvPr/>
        </p:nvSpPr>
        <p:spPr>
          <a:xfrm>
            <a:off x="7744279" y="3814427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 -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C987968E-821C-03B4-5DC0-1DFFBF26EF7D}"/>
              </a:ext>
            </a:extLst>
          </p:cNvPr>
          <p:cNvSpPr txBox="1"/>
          <p:nvPr/>
        </p:nvSpPr>
        <p:spPr>
          <a:xfrm>
            <a:off x="4643818" y="4136454"/>
            <a:ext cx="480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GPIO7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6624ECDB-0BB2-850D-0B6D-1979940E80F9}"/>
              </a:ext>
            </a:extLst>
          </p:cNvPr>
          <p:cNvSpPr txBox="1"/>
          <p:nvPr/>
        </p:nvSpPr>
        <p:spPr>
          <a:xfrm>
            <a:off x="4600078" y="3116316"/>
            <a:ext cx="624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</a:t>
            </a:r>
            <a:r>
              <a:rPr lang="en-US" sz="800" dirty="0" err="1"/>
              <a:t>SwSerial</a:t>
            </a:r>
            <a:r>
              <a:rPr lang="en-US" sz="800" dirty="0"/>
              <a:t>)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03DA0019-1C82-A8AC-A7D0-1398C784D503}"/>
              </a:ext>
            </a:extLst>
          </p:cNvPr>
          <p:cNvSpPr/>
          <p:nvPr/>
        </p:nvSpPr>
        <p:spPr>
          <a:xfrm>
            <a:off x="2819400" y="1314450"/>
            <a:ext cx="975853" cy="79166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WiFi</a:t>
            </a:r>
            <a:r>
              <a:rPr lang="en-US" dirty="0"/>
              <a:t> Router</a:t>
            </a:r>
          </a:p>
        </p:txBody>
      </p:sp>
      <p:sp>
        <p:nvSpPr>
          <p:cNvPr id="1121" name="Isosceles Triangle 1120">
            <a:extLst>
              <a:ext uri="{FF2B5EF4-FFF2-40B4-BE49-F238E27FC236}">
                <a16:creationId xmlns:a16="http://schemas.microsoft.com/office/drawing/2014/main" id="{9AE3216A-7D45-6A0A-8E8D-1362E8D8CF18}"/>
              </a:ext>
            </a:extLst>
          </p:cNvPr>
          <p:cNvSpPr/>
          <p:nvPr/>
        </p:nvSpPr>
        <p:spPr>
          <a:xfrm rot="10800000">
            <a:off x="4391025" y="1076325"/>
            <a:ext cx="480885" cy="17037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3" name="Connector: Elbow 1122">
            <a:extLst>
              <a:ext uri="{FF2B5EF4-FFF2-40B4-BE49-F238E27FC236}">
                <a16:creationId xmlns:a16="http://schemas.microsoft.com/office/drawing/2014/main" id="{B8107109-CE4C-D6C4-ABA7-961CAA625C24}"/>
              </a:ext>
            </a:extLst>
          </p:cNvPr>
          <p:cNvCxnSpPr>
            <a:stCxn id="1120" idx="3"/>
            <a:endCxn id="1121" idx="0"/>
          </p:cNvCxnSpPr>
          <p:nvPr/>
        </p:nvCxnSpPr>
        <p:spPr>
          <a:xfrm flipV="1">
            <a:off x="3795253" y="1246697"/>
            <a:ext cx="836214" cy="46358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CFFB1AC0-5A41-7395-8DBB-10A2A454A7DD}"/>
              </a:ext>
            </a:extLst>
          </p:cNvPr>
          <p:cNvCxnSpPr>
            <a:endCxn id="6" idx="1"/>
          </p:cNvCxnSpPr>
          <p:nvPr/>
        </p:nvCxnSpPr>
        <p:spPr>
          <a:xfrm flipV="1">
            <a:off x="1803401" y="3995479"/>
            <a:ext cx="3340411" cy="34392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" name="TextBox 1125">
            <a:extLst>
              <a:ext uri="{FF2B5EF4-FFF2-40B4-BE49-F238E27FC236}">
                <a16:creationId xmlns:a16="http://schemas.microsoft.com/office/drawing/2014/main" id="{98CB3F35-38B5-FA51-EC98-8F469ED7767D}"/>
              </a:ext>
            </a:extLst>
          </p:cNvPr>
          <p:cNvSpPr txBox="1"/>
          <p:nvPr/>
        </p:nvSpPr>
        <p:spPr>
          <a:xfrm>
            <a:off x="1733026" y="3960951"/>
            <a:ext cx="2689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USB type C Arduino Debug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3F436809-2332-0BD9-021D-135115E285B5}"/>
              </a:ext>
            </a:extLst>
          </p:cNvPr>
          <p:cNvSpPr txBox="1"/>
          <p:nvPr/>
        </p:nvSpPr>
        <p:spPr>
          <a:xfrm>
            <a:off x="6593897" y="3655107"/>
            <a:ext cx="698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Divide by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F6B19-82BA-8F77-E2B3-E6A737F28AE4}"/>
              </a:ext>
            </a:extLst>
          </p:cNvPr>
          <p:cNvSpPr txBox="1"/>
          <p:nvPr/>
        </p:nvSpPr>
        <p:spPr>
          <a:xfrm>
            <a:off x="6505230" y="2956976"/>
            <a:ext cx="923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P014/DA0/AN009</a:t>
            </a:r>
          </a:p>
        </p:txBody>
      </p:sp>
    </p:spTree>
    <p:extLst>
      <p:ext uri="{BB962C8B-B14F-4D97-AF65-F5344CB8AC3E}">
        <p14:creationId xmlns:p14="http://schemas.microsoft.com/office/powerpoint/2010/main" val="3244360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70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KG7IFO Practice Trainer/Fist Analyzer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Markl</dc:creator>
  <cp:lastModifiedBy>Jean Markl</cp:lastModifiedBy>
  <cp:revision>16</cp:revision>
  <dcterms:created xsi:type="dcterms:W3CDTF">2025-06-17T06:55:56Z</dcterms:created>
  <dcterms:modified xsi:type="dcterms:W3CDTF">2026-05-27T17:06:05Z</dcterms:modified>
</cp:coreProperties>
</file>